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2-3 Trees in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Search, Insert, and Deletion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Tree data structures are hierarchical models used in computer science to represent data.</a:t>
            </a:r>
          </a:p>
          <a:p>
            <a:r>
              <a:t>• Types of trees include Binary Search Trees (BST), AVL Trees, Red-Black Trees, B-Trees, and 2-3 Trees.</a:t>
            </a:r>
          </a:p>
          <a:p>
            <a:r>
              <a:t>• Trees offer efficient search, insert, and delete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2-3 Trees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2-3 Tree is a type of B-tree of order 3, ensuring that it remains balanced.</a:t>
            </a:r>
          </a:p>
          <a:p>
            <a:r>
              <a:t>• Like other balanced trees (AVL, Red-Black), it ensures operations take O(log N) time in the worst case.</a:t>
            </a:r>
          </a:p>
          <a:p>
            <a:r>
              <a:t>• Each node in a 2-3 tree is either a 2-node (1 value, 2 children) or a 3-node (2 values, 3 children).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of 2-3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 data values are stored in sorted order.</a:t>
            </a:r>
          </a:p>
          <a:p>
            <a:r>
              <a:t>• It is a balanced tree, meaning all leaf nodes are at the same level.</a:t>
            </a:r>
          </a:p>
          <a:p>
            <a:r>
              <a:t>• Each node can either be a 2-node (with 1 data value) or a 3-node (with 2 data values).</a:t>
            </a:r>
          </a:p>
          <a:p>
            <a:r>
              <a:t>• Insertions are always done at leaf nodes.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To search for a key K in a 2-3 tree T:</a:t>
            </a:r>
          </a:p>
          <a:p>
            <a:r>
              <a:t>1. If T is empty, return False.</a:t>
            </a:r>
          </a:p>
          <a:p>
            <a:r>
              <a:t>2. If the current node contains K, return True.</a:t>
            </a:r>
          </a:p>
          <a:p>
            <a:r>
              <a:t>3. If at a leaf node and it doesn’t contain K, return False.</a:t>
            </a:r>
          </a:p>
          <a:p>
            <a:r>
              <a:t>Recursive steps:</a:t>
            </a:r>
          </a:p>
          <a:p>
            <a:r>
              <a:t>• If K &lt; leftVal, explore the left subtree.</a:t>
            </a:r>
          </a:p>
          <a:p>
            <a:r>
              <a:t>• If leftVal &lt; K &lt; rightVal, explore the middle subtree.</a:t>
            </a:r>
          </a:p>
          <a:p>
            <a:r>
              <a:t>• If K &gt; rightVal, explore the right subtree.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4" name="Content Placeholder 13" descr="https://media.geeksforgeeks.org/wp-content/uploads/Search_2-3Tree_img1.png"/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03" y="1600200"/>
            <a:ext cx="3998393" cy="2268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Content Placeholder 14" descr="https://media.geeksforgeeks.org/wp-content/uploads/Search_2-3Tree_img2.png"/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80041"/>
            <a:ext cx="4038600" cy="1508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 descr="https://media.geeksforgeeks.org/wp-content/uploads/Search_2-3Tree_img3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07" y="3969835"/>
            <a:ext cx="2656004" cy="1881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 descr="https://media.geeksforgeeks.org/wp-content/uploads/Search_2-3Tree_img4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435" y="3969835"/>
            <a:ext cx="2564130" cy="1881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5709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Insertion - Case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Inserting into a node with only one data element.</a:t>
            </a:r>
          </a:p>
          <a:p>
            <a:r>
              <a:t>• The new value is added without breaking any tree properties.</a:t>
            </a:r>
          </a:p>
        </p:txBody>
      </p:sp>
      <p:pic>
        <p:nvPicPr>
          <p:cNvPr id="4" name="Picture 3" descr="https://media.geeksforgeeks.org/wp-content/uploads/Insertion_2-3Tree_img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79" y="4120847"/>
            <a:ext cx="6646127" cy="2187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Insertion - Case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Inserting into a node with two data elements, where the parent has only one data element.</a:t>
            </a:r>
          </a:p>
          <a:p>
            <a:r>
              <a:t>• The node splits, and one value is pushed to the parent node.</a:t>
            </a:r>
          </a:p>
        </p:txBody>
      </p:sp>
      <p:pic>
        <p:nvPicPr>
          <p:cNvPr id="4" name="Picture 3" descr="https://media.geeksforgeeks.org/wp-content/uploads/Insert_2-3Tree_img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3863181"/>
            <a:ext cx="2584450" cy="169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https://media.geeksforgeeks.org/wp-content/uploads/Insert_2-3Tree_img3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583" y="3863181"/>
            <a:ext cx="2413000" cy="1242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https://media.geeksforgeeks.org/wp-content/uploads/Insert_2-3Tree_img4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897" y="4143851"/>
            <a:ext cx="2171700" cy="1417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Insertion - Case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Inserting into a node with two data elements, where the parent also contains two data elements.</a:t>
            </a:r>
          </a:p>
          <a:p>
            <a:r>
              <a:t>• A split happens, and balancing is required.</a:t>
            </a:r>
          </a:p>
        </p:txBody>
      </p:sp>
      <p:pic>
        <p:nvPicPr>
          <p:cNvPr id="4" name="Picture 3" descr="https://media.geeksforgeeks.org/wp-content/uploads/Insert_2-3Tree_img5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00" y="4213225"/>
            <a:ext cx="2431415" cy="156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https://media.geeksforgeeks.org/wp-content/uploads/Insert_2-3Tree_img6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215" y="4365935"/>
            <a:ext cx="19367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https://media.geeksforgeeks.org/wp-content/uploads/Insert_2-3Tree_img7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700" y="4454680"/>
            <a:ext cx="196977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https://media.geeksforgeeks.org/wp-content/uploads/Insert_2-3Tree_img8.pn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18" y="4146860"/>
            <a:ext cx="2109470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Deletion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 fontAlgn="base"/>
            <a:r>
              <a:rPr lang="en-IN" dirty="0"/>
              <a:t>To delete a value, it is replaced by its in-order successor and then removed.</a:t>
            </a:r>
          </a:p>
          <a:p>
            <a:pPr lvl="0" fontAlgn="base"/>
            <a:r>
              <a:rPr lang="en-IN" dirty="0"/>
              <a:t>If a node is left with less than one data value then two nodes must be merged together.</a:t>
            </a:r>
          </a:p>
          <a:p>
            <a:pPr lvl="0" fontAlgn="base"/>
            <a:r>
              <a:rPr lang="en-IN" dirty="0"/>
              <a:t>If a node becomes empty after deleting a value, it is then merged with another node.</a:t>
            </a:r>
          </a:p>
          <a:p>
            <a:pPr fontAlgn="base"/>
            <a:r>
              <a:rPr lang="en-IN" dirty="0"/>
              <a:t>To Understand the deletion process-</a:t>
            </a:r>
          </a:p>
          <a:p>
            <a:pPr lvl="1"/>
            <a:r>
              <a:rPr dirty="0" smtClean="0"/>
              <a:t>Deletion </a:t>
            </a:r>
            <a:r>
              <a:rPr dirty="0"/>
              <a:t>in a 2-3 tree involves swapping with the in-order successor and removing the value from the leaf </a:t>
            </a:r>
            <a:r>
              <a:rPr dirty="0" smtClean="0"/>
              <a:t>node.</a:t>
            </a:r>
            <a:endParaRPr lang="en-US" dirty="0" smtClean="0"/>
          </a:p>
          <a:p>
            <a:pPr lvl="1"/>
            <a:r>
              <a:rPr dirty="0" smtClean="0"/>
              <a:t>If </a:t>
            </a:r>
            <a:r>
              <a:rPr dirty="0"/>
              <a:t>a node has less than one data value after deletion, nodes must be merged to maintain balance.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Rebalancing After Deletion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deletion, merging of nodes is required to maintain the 2-3 tree properties.</a:t>
            </a:r>
          </a:p>
          <a:p>
            <a:r>
              <a:t>• This ensures that all nodes are balanced and the tree structure remains valid.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Consider the 2-3 tree given below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 descr="https://media.geeksforgeeks.org/wp-content/uploads/20220131222503/GFG-300x78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381" y="925551"/>
            <a:ext cx="4093891" cy="21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334537" y="3223979"/>
            <a:ext cx="8653346" cy="981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0"/>
              </a:spcAft>
            </a:pPr>
            <a:r>
              <a:rPr lang="en-IN" i="1" spc="10" dirty="0">
                <a:solidFill>
                  <a:srgbClr val="27323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Latha"/>
              </a:rPr>
              <a:t>delete the following values from it: 69,72, 99, 81</a:t>
            </a:r>
            <a:r>
              <a:rPr lang="en-IN" spc="10" dirty="0">
                <a:solidFill>
                  <a:srgbClr val="27323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Latha"/>
              </a:rPr>
              <a:t>.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Latha"/>
            </a:endParaRPr>
          </a:p>
          <a:p>
            <a:pPr fontAlgn="base">
              <a:lnSpc>
                <a:spcPct val="107000"/>
              </a:lnSpc>
              <a:spcAft>
                <a:spcPts val="0"/>
              </a:spcAft>
            </a:pPr>
            <a:r>
              <a:rPr lang="en-IN" b="1" spc="10" dirty="0">
                <a:solidFill>
                  <a:srgbClr val="27323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Latha"/>
              </a:rPr>
              <a:t>To delete 69</a:t>
            </a:r>
            <a:r>
              <a:rPr lang="en-IN" spc="10" dirty="0">
                <a:solidFill>
                  <a:srgbClr val="27323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Latha"/>
              </a:rPr>
              <a:t>, swap it with its in-order successor, that is, 72. 69 now comes in the leaf node. Remove the value 69 from the leaf node.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/>
            </a:endParaRPr>
          </a:p>
        </p:txBody>
      </p:sp>
      <p:pic>
        <p:nvPicPr>
          <p:cNvPr id="6" name="Picture 5" descr="https://media.geeksforgeeks.org/wp-content/uploads/20220131223404/GFG1-300x81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05" y="4365603"/>
            <a:ext cx="4651453" cy="16461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1756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57199" y="1739590"/>
            <a:ext cx="8129239" cy="981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0"/>
              </a:spcAft>
            </a:pPr>
            <a:r>
              <a:rPr lang="en-IN" b="1" spc="10" dirty="0">
                <a:solidFill>
                  <a:srgbClr val="27323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Latha"/>
              </a:rPr>
              <a:t>To delete 72</a:t>
            </a:r>
            <a:r>
              <a:rPr lang="en-IN" spc="10" dirty="0">
                <a:solidFill>
                  <a:srgbClr val="27323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Latha"/>
              </a:rPr>
              <a:t>, 72 is an internal node. To delete this value swap 72 with its in-order successor 81 so that 72 now becomes a leaf node. Remove the value 72 from the leaf node.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/>
            </a:endParaRPr>
          </a:p>
        </p:txBody>
      </p:sp>
      <p:pic>
        <p:nvPicPr>
          <p:cNvPr id="5" name="Content Placeholder 4" descr="https://media.geeksforgeeks.org/wp-content/uploads/20220131223809/GFG2-300x78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088" y="2575932"/>
            <a:ext cx="4740662" cy="165872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412593" y="4380809"/>
            <a:ext cx="8218449" cy="1380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750"/>
              </a:spcAft>
            </a:pPr>
            <a:r>
              <a:rPr lang="en-IN" spc="10" dirty="0">
                <a:solidFill>
                  <a:srgbClr val="27323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Latha"/>
              </a:rPr>
              <a:t>Now there is a leaf node that has less than 1 data value thereby violating the property of a 2-3 tree. So the node must be merged.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Latha"/>
            </a:endParaRPr>
          </a:p>
          <a:p>
            <a:pPr fontAlgn="base">
              <a:lnSpc>
                <a:spcPct val="107000"/>
              </a:lnSpc>
              <a:spcAft>
                <a:spcPts val="750"/>
              </a:spcAft>
            </a:pPr>
            <a:r>
              <a:rPr lang="en-IN" spc="10" dirty="0">
                <a:solidFill>
                  <a:srgbClr val="27323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Latha"/>
              </a:rPr>
              <a:t>To merge the node, pull down the lowest data value in the parent’s node and merge it with its left sibling.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/>
            </a:endParaRPr>
          </a:p>
        </p:txBody>
      </p:sp>
      <p:pic>
        <p:nvPicPr>
          <p:cNvPr id="7" name="Picture 6" descr="https://media.geeksforgeeks.org/wp-content/uploads/20220131224412/GFG3-300x82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3038475"/>
            <a:ext cx="2857500" cy="781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1735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2-3 trees offer efficient operations for search, insert, and deletion.</a:t>
            </a:r>
          </a:p>
          <a:p>
            <a:r>
              <a:t>• By maintaining balance, these trees ensure O(log N) time complexity for all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693</Words>
  <Application>Microsoft Office PowerPoint</Application>
  <PresentationFormat>On-screen Show (4:3)</PresentationFormat>
  <Paragraphs>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Latha</vt:lpstr>
      <vt:lpstr>Times New Roman</vt:lpstr>
      <vt:lpstr>Office Theme</vt:lpstr>
      <vt:lpstr>2-3 Trees in Data Structures</vt:lpstr>
      <vt:lpstr>Introduction to Trees</vt:lpstr>
      <vt:lpstr>2-3 Trees Overview</vt:lpstr>
      <vt:lpstr>Properties of 2-3 Trees</vt:lpstr>
      <vt:lpstr>Search Operation</vt:lpstr>
      <vt:lpstr>PowerPoint Presentation</vt:lpstr>
      <vt:lpstr>Insertion - Case 1</vt:lpstr>
      <vt:lpstr>Insertion - Case 2</vt:lpstr>
      <vt:lpstr>Insertion - Case 3</vt:lpstr>
      <vt:lpstr>Deletion Operation</vt:lpstr>
      <vt:lpstr>Rebalancing After Deletion</vt:lpstr>
      <vt:lpstr>Consider the 2-3 tree given below 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2-3 Trees in Data Structures</dc:title>
  <dc:subject/>
  <dc:creator>admin</dc:creator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2024-10-14T07:42:20Z</dcterms:modified>
  <cp:category/>
</cp:coreProperties>
</file>